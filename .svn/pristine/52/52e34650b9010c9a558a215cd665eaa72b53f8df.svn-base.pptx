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5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9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0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5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3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9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2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7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2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2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6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5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F84DB-0201-AE41-B43D-6764FA093FBE}" type="datetimeFigureOut">
              <a:t>3/16/12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92FAB-8C09-EA44-873B-8492A11890E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4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/>
        </p:nvSpPr>
        <p:spPr>
          <a:xfrm>
            <a:off x="162825" y="0"/>
            <a:ext cx="8684019" cy="5862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9667" y="124535"/>
            <a:ext cx="1815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Desdemona"/>
                <a:cs typeface="Desdemona"/>
              </a:rPr>
              <a:t>E-commerce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6320" y="846612"/>
            <a:ext cx="3617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cademy Engraved LET"/>
              </a:rPr>
              <a:t>Sessão de administração do sistema.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64887" y="1422079"/>
            <a:ext cx="4925748" cy="2757312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77249" y="1932290"/>
            <a:ext cx="829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1"/>
                </a:solidFill>
              </a:rPr>
              <a:t>Usuário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1801" y="2562213"/>
            <a:ext cx="694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1"/>
                </a:solidFill>
              </a:rPr>
              <a:t>Senha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6723" y="1932290"/>
            <a:ext cx="2839525" cy="338554"/>
          </a:xfrm>
          <a:prstGeom prst="rect">
            <a:avLst/>
          </a:prstGeom>
          <a:solidFill>
            <a:srgbClr val="FFFFFF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206723" y="2562213"/>
            <a:ext cx="2839525" cy="338554"/>
          </a:xfrm>
          <a:prstGeom prst="rect">
            <a:avLst/>
          </a:prstGeom>
          <a:solidFill>
            <a:srgbClr val="FFFFFF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949891" y="3137257"/>
            <a:ext cx="1096357" cy="303955"/>
          </a:xfrm>
          <a:prstGeom prst="rect">
            <a:avLst/>
          </a:prstGeom>
          <a:ln w="3175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Acessar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130" y="3014277"/>
            <a:ext cx="829474" cy="8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3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/>
        </p:nvSpPr>
        <p:spPr>
          <a:xfrm>
            <a:off x="162825" y="0"/>
            <a:ext cx="8684019" cy="5862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9667" y="124535"/>
            <a:ext cx="1815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Desdemona"/>
                <a:cs typeface="Desdemona"/>
              </a:rP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4887" y="229875"/>
            <a:ext cx="658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Bem vindo, [Nome do Usuário]                   Cadastrar Produtos  | Visualizar Produto | Sair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73357"/>
            <a:ext cx="7670800" cy="3962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150" y="1385943"/>
            <a:ext cx="829474" cy="8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3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/>
        </p:nvSpPr>
        <p:spPr>
          <a:xfrm>
            <a:off x="162825" y="0"/>
            <a:ext cx="8684019" cy="5862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9667" y="124535"/>
            <a:ext cx="1815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Desdemona"/>
                <a:cs typeface="Desdemona"/>
              </a:rP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4887" y="229875"/>
            <a:ext cx="658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Bem vindo, [Nome do Usuário]                   Cadastrar Produtos  | Visualizar Produto | Sair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73357"/>
            <a:ext cx="7670800" cy="396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909" y="1625600"/>
            <a:ext cx="2164228" cy="26723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663" y="3730744"/>
            <a:ext cx="829474" cy="853870"/>
          </a:xfrm>
          <a:prstGeom prst="rect">
            <a:avLst/>
          </a:prstGeom>
        </p:spPr>
      </p:pic>
      <p:sp>
        <p:nvSpPr>
          <p:cNvPr id="10" name="Down Arrow 17"/>
          <p:cNvSpPr/>
          <p:nvPr/>
        </p:nvSpPr>
        <p:spPr>
          <a:xfrm>
            <a:off x="5476127" y="2155104"/>
            <a:ext cx="220473" cy="30777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3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/>
        </p:nvSpPr>
        <p:spPr>
          <a:xfrm>
            <a:off x="162825" y="0"/>
            <a:ext cx="8684019" cy="5862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9667" y="124535"/>
            <a:ext cx="1815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Desdemona"/>
                <a:cs typeface="Desdemona"/>
              </a:rP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4887" y="229875"/>
            <a:ext cx="658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Bem vindo, [Nome do Usuário]                   Cadastrar Produtos  | Visualizar Produto | Sair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73357"/>
            <a:ext cx="7670800" cy="3962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819" y="124535"/>
            <a:ext cx="829474" cy="8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1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/>
        </p:nvSpPr>
        <p:spPr>
          <a:xfrm>
            <a:off x="162825" y="0"/>
            <a:ext cx="8684019" cy="5862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9667" y="124535"/>
            <a:ext cx="1815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Desdemona"/>
                <a:cs typeface="Desdemona"/>
              </a:rP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4887" y="229875"/>
            <a:ext cx="655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Bem vindo, [Nome do Usuário]                   Gerenciar Produtos  | Visualizar Produto | Sair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040" y="958360"/>
            <a:ext cx="200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Gerenciar Produtos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2008" y="1537086"/>
            <a:ext cx="61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7276" y="153708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Categoria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305" y="2699836"/>
            <a:ext cx="790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Descrição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9027" y="2168914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8305" y="1537086"/>
            <a:ext cx="1451255" cy="1020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871302" y="2168914"/>
            <a:ext cx="540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Preço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22207" y="4885001"/>
            <a:ext cx="824551" cy="33652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Salvar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15841" y="4896431"/>
            <a:ext cx="824551" cy="33652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Limpar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9635" y="1537086"/>
            <a:ext cx="153427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879488" y="1537086"/>
            <a:ext cx="258742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39635" y="2168914"/>
            <a:ext cx="153427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411910" y="2168914"/>
            <a:ext cx="11409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98305" y="2976835"/>
            <a:ext cx="7368611" cy="11808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98305" y="4285172"/>
            <a:ext cx="692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Imagem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5365" y="4285172"/>
            <a:ext cx="522869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207736" y="4285172"/>
            <a:ext cx="1259180" cy="27699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/>
              <a:t>Selecionar Arquivo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021" y="4885001"/>
            <a:ext cx="829474" cy="8538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13973" y="2168914"/>
            <a:ext cx="9625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Quantidade: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5956" y="2168914"/>
            <a:ext cx="11409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17"/>
          <p:cNvSpPr/>
          <p:nvPr/>
        </p:nvSpPr>
        <p:spPr>
          <a:xfrm>
            <a:off x="8234961" y="1537884"/>
            <a:ext cx="220473" cy="30777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17"/>
          <p:cNvSpPr/>
          <p:nvPr/>
        </p:nvSpPr>
        <p:spPr>
          <a:xfrm>
            <a:off x="4365221" y="4900241"/>
            <a:ext cx="824551" cy="33652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Excluir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351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89</Words>
  <Application>Microsoft Office PowerPoint</Application>
  <PresentationFormat>Apresentação na tela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Diogo Guimaraes</dc:creator>
  <cp:lastModifiedBy>gbd</cp:lastModifiedBy>
  <cp:revision>14</cp:revision>
  <dcterms:created xsi:type="dcterms:W3CDTF">2012-03-09T11:56:36Z</dcterms:created>
  <dcterms:modified xsi:type="dcterms:W3CDTF">2012-03-16T19:04:26Z</dcterms:modified>
</cp:coreProperties>
</file>